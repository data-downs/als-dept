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agents: same question, dramatically less burden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383280"/>
                <a:gridCol w="594360"/>
                <a:gridCol w="685800"/>
                <a:gridCol w="822960"/>
                <a:gridCol w="777240"/>
                <a:gridCol w="685800"/>
                <a:gridCol w="8229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AN AGENT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AN AGENT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Citizen's question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fields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resolve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Pre-filled from wallet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items needed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resolve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"I'm giving up work to care for my mum. What help can we both get?"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6+ months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weeks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HMRC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"I've just gone self-employed. I don't know what tax I owe or how to register."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8–10 weeks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Office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"My visa expires next month. I've lived here 10 years. How do I stay?"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6+ months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 weeks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MoJ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"My mum has early dementia. How do I take over her affairs in time?"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8–10 weeks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5–6 weeks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"My son is 7 and struggling. How do I get him a proper support plan?"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5–12 months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10–12 weeks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had a heart attack. Am I still allowed to drive? What do I tell you?"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weeks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weeks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55371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 = data items from citizen's data wallet (identity, NI, address, income, dependants). Extra = genuinely new input required (e.g. GP letter, attorney signatures, biometrics). MoJ reflects mandatory 4-week statutory wait. DfE reflects statutory professional assessment periods. Home Office reflects biometrics and in-country processing. Field counts based on published form sets.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Citizen burden: agents vs today</dc:title>
  <dc:subject>PptxGenJS Presentation</dc:subject>
  <dc:creator>PptxGenJS</dc:creator>
  <cp:lastModifiedBy>PptxGenJS</cp:lastModifiedBy>
  <cp:revision>1</cp:revision>
  <dcterms:created xsi:type="dcterms:W3CDTF">2026-04-24T13:00:11Z</dcterms:created>
  <dcterms:modified xsi:type="dcterms:W3CDTF">2026-04-24T13:00:11Z</dcterms:modified>
</cp:coreProperties>
</file>